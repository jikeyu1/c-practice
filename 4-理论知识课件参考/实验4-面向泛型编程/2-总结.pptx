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9"/>
  </p:notesMasterIdLst>
  <p:handoutMasterIdLst>
    <p:handoutMasterId r:id="rId10"/>
  </p:handoutMasterIdLst>
  <p:sldIdLst>
    <p:sldId id="283" r:id="rId5"/>
    <p:sldId id="303" r:id="rId6"/>
    <p:sldId id="317" r:id="rId7"/>
    <p:sldId id="280" r:id="rId8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303"/>
            <p14:sldId id="317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113" d="100"/>
          <a:sy n="113" d="100"/>
        </p:scale>
        <p:origin x="51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8391D-6495-49B1-9B83-F8488AD675E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39B-625D-488C-AC21-1632BCEB41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405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  <p:sldLayoutId id="2147483893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现代</a:t>
            </a:r>
            <a:r>
              <a:rPr lang="en-US" altLang="zh-CN" dirty="0"/>
              <a:t>C++</a:t>
            </a:r>
            <a:r>
              <a:rPr lang="zh-CN" altLang="en-US" dirty="0"/>
              <a:t>新特性</a:t>
            </a:r>
            <a:r>
              <a:rPr lang="en-US" altLang="zh-CN" dirty="0"/>
              <a:t>—</a:t>
            </a:r>
            <a:r>
              <a:rPr lang="zh-CN" altLang="en-US" dirty="0"/>
              <a:t>总结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6F3-A3A5-4146-9236-C652EFF2F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843170"/>
              </p:ext>
            </p:extLst>
          </p:nvPr>
        </p:nvGraphicFramePr>
        <p:xfrm>
          <a:off x="666065" y="111652"/>
          <a:ext cx="10424366" cy="6329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0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879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3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</a:p>
                  </a:txBody>
                  <a:tcPr anchor="ctr" anchorCt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C++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新特性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25">
                <a:tc rowSpan="3"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</a:t>
                      </a:r>
                    </a:p>
                  </a:txBody>
                  <a:tcPr anchor="ctr" anchorCtr="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::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unique_ptr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600" baseline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生命周期结束时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自动释放内存。</a:t>
                      </a:r>
                      <a:endParaRPr lang="en-US" altLang="zh-CN" sz="1600" baseline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6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独占式所有权，明确</a:t>
                      </a:r>
                      <a:r>
                        <a:rPr lang="zh-CN" altLang="en-US" sz="1600" baseline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谁持有，谁释放</a:t>
                      </a:r>
                      <a:r>
                        <a:rPr lang="zh-CN" altLang="en-US" sz="1600" baseline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原则。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32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std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::</a:t>
                      </a:r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shared_ptr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共享式所有权，所有使用者释放后才释放内存。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简化生命周期控制机制，</a:t>
                      </a: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避免访问野指针</a:t>
                      </a:r>
                      <a:r>
                        <a:rPr lang="zh-CN" altLang="en-US" sz="1600" kern="1200" dirty="0">
                          <a:solidFill>
                            <a:schemeClr val="dk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3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scope_guard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支持任意类型资源的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RAII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范式，优雅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解决资源释放的系统性难题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325">
                <a:tc rowSpan="5">
                  <a:txBody>
                    <a:bodyPr/>
                    <a:lstStyle/>
                    <a:p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开发效率</a:t>
                      </a:r>
                    </a:p>
                  </a:txBody>
                  <a:tcPr anchor="ctr" anchorCtr="1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lambda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支持函数式编程，更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优雅的封装</a:t>
                      </a:r>
                      <a:endParaRPr lang="en-US" altLang="zh-CN" sz="16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342900" indent="-342900" algn="l">
                        <a:buAutoNum type="arabicPeriod"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最简化的使用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STL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算法，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避免“重复造轮子”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3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模板带参数别名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优雅的定制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STL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容器，尽可能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利用平台提供的调试定位手段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32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override</a:t>
                      </a:r>
                    </a:p>
                    <a:p>
                      <a:pPr algn="l"/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static_assert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编译期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检查代码错误，问题暴露在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最前端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60744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auto</a:t>
                      </a:r>
                    </a:p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Range-based for loops</a:t>
                      </a:r>
                    </a:p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统一初始化语法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委托构造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非静态成员变量初始化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更少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5046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default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关键字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delete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关键字</a:t>
                      </a:r>
                      <a:endParaRPr lang="en-US" altLang="zh-CN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/>
                      <a:r>
                        <a:rPr lang="en-US" altLang="zh-CN" sz="16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nullptr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更明确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的代码，更容易理解，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不容易出错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238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5A3275AF-DCDE-4929-B688-65AA0B7F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3649133" cy="685800"/>
          </a:xfrm>
        </p:spPr>
        <p:txBody>
          <a:bodyPr/>
          <a:lstStyle/>
          <a:p>
            <a:r>
              <a:rPr lang="en-US" altLang="zh-CN" dirty="0"/>
              <a:t>C++11</a:t>
            </a:r>
            <a:r>
              <a:rPr lang="zh-CN" altLang="en-US" dirty="0"/>
              <a:t>参考网站</a:t>
            </a:r>
            <a:endParaRPr 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67D0021-B8CB-4B1C-83E6-ACAB6E8E8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" y="787832"/>
            <a:ext cx="5906924" cy="516106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8648C4C-53EA-4E46-BC7A-488697410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666" y="758512"/>
            <a:ext cx="5791200" cy="519038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244BD99-E45B-4E79-BFC2-6C067CF24862}"/>
              </a:ext>
            </a:extLst>
          </p:cNvPr>
          <p:cNvSpPr txBox="1"/>
          <p:nvPr/>
        </p:nvSpPr>
        <p:spPr>
          <a:xfrm>
            <a:off x="759973" y="3530287"/>
            <a:ext cx="4900509" cy="58477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http:// www.cplusplus.com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FA83FF7-2A40-4E1B-8E46-20C167854A68}"/>
              </a:ext>
            </a:extLst>
          </p:cNvPr>
          <p:cNvSpPr txBox="1"/>
          <p:nvPr/>
        </p:nvSpPr>
        <p:spPr>
          <a:xfrm>
            <a:off x="6331391" y="3530286"/>
            <a:ext cx="5580374" cy="58477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http://en.cppreference.com/w/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6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</TotalTime>
  <Words>201</Words>
  <Application>Microsoft Office PowerPoint</Application>
  <PresentationFormat>自定义</PresentationFormat>
  <Paragraphs>38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等线</vt:lpstr>
      <vt:lpstr>黑体</vt:lpstr>
      <vt:lpstr>Microsoft YaHei</vt:lpstr>
      <vt:lpstr>Microsoft YaHei</vt:lpstr>
      <vt:lpstr>Arial</vt:lpstr>
      <vt:lpstr>Calibri</vt:lpstr>
      <vt:lpstr>封面页_图片版 </vt:lpstr>
      <vt:lpstr>目录页</vt:lpstr>
      <vt:lpstr>章节页</vt:lpstr>
      <vt:lpstr>结束页</vt:lpstr>
      <vt:lpstr>现代C++新特性—总结</vt:lpstr>
      <vt:lpstr>PowerPoint 演示文稿</vt:lpstr>
      <vt:lpstr>C++11参考网站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Lichunhua(ChunhuaLi,stfse)</dc:creator>
  <cp:lastModifiedBy>Lichunhua(ChunhuaLi,stfse)</cp:lastModifiedBy>
  <cp:revision>3</cp:revision>
  <dcterms:created xsi:type="dcterms:W3CDTF">2020-08-28T08:44:19Z</dcterms:created>
  <dcterms:modified xsi:type="dcterms:W3CDTF">2024-01-08T11:34:06Z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(3)WFHVV5J6lxwQAoylv56q/D5h7/+v0YJaACwcOiyuSwNGgn0cXC06fEtB2SVwGxFTaTYSakyw
elvFzTpsHcpm2GaH+tX0ozQ75Pmt2TQPzzhYBg6c/YYe3AJuu9kxNteUSlhrca0qYLtGYLPj
u+Y00Aryv7NY6Ubybsh/n/i6JZfrJPzbNEMPegVzSQj3vQfpSYVKlKPFZrigF5Un4WFziYVI
UZrXZlA2ZfGdgbPbTE</vt:lpwstr>
  </property>
  <property fmtid="{D5CDD505-2E9C-101B-9397-08002B2CF9AE}" pid="3" name="_2015_ms_pID_7253431">
    <vt:lpwstr>Oj/9iJthvoc2hVllrJ+HJpLndLAnR9oX2YasZr2/5tBMx4KSapprcz
FR+4snLDyC9rgWOHW0sDSCn5LRhm1TAxuPpf72foXACxcML0p26W0Isrd0ynSjsDL6/GN4id
8hSskY8nhuCPLjagDc32vHEOVJsh6FZ9WO7r/9wVsVlA1WZ2vtlhw8Ok0zKR6AWv6ARo5s6M
hZ9f1fS9uCAWcQgp++qiDdOA9YNPabI9gOwz</vt:lpwstr>
  </property>
  <property fmtid="{D5CDD505-2E9C-101B-9397-08002B2CF9AE}" pid="4" name="_2015_ms_pID_7253432">
    <vt:lpwstr>wA==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